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Automatización de despliegue web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9019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BFF"/>
                </a:solidFill>
              </a:rPr>
              <a:t>WordPress con Vagrant, Docker Compose y GitHub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232" y="2606040"/>
            <a:ext cx="150876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679192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Proyecto AMPSIS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95728" y="2606040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679192"/>
            <a:ext cx="1728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WebFusion Digital S.L.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60807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Ismael Cuadrado · Óscar Roldán · Daniel Antolín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457200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473659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GitHub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738360" y="379476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11512" y="39593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Vagrant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301752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BAE6F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11312" y="318211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Docker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738360" y="224028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11512" y="240487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WordPress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64040" y="4846320"/>
            <a:ext cx="274320" cy="-77724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38360" y="3794760"/>
            <a:ext cx="-274320" cy="-50292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64040" y="3017520"/>
            <a:ext cx="274320" cy="-50292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Proyecto AMPSIS · WordPress + Vagrant + Docker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inicial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Por qué se plantea automatizar el despliegue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0217" y="162946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609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Copias manuales de archivos al servidor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0217" y="217810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Cambios difíciles de sincronizar entre desarrolladores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217" y="272674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70662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Riesgo de perder versiones o sobrescribir trabajo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7" y="327538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325526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Procesos lentos y propensos a fallos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50992" y="4343400"/>
            <a:ext cx="685800" cy="5029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1417320"/>
            <a:ext cx="4206240" cy="2560320"/>
          </a:xfrm>
          <a:prstGeom prst="roundRect">
            <a:avLst>
              <a:gd name="adj" fmla="val 428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Objetivo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49440" y="2286000"/>
            <a:ext cx="34747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Crear un entorno reproducible que despliegue y actualice una web WordPress con un proceso automatizado.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040880" y="4389120"/>
            <a:ext cx="3474720" cy="96012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4526280"/>
            <a:ext cx="314553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 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 provision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Proyecto AMPSIS · WordPress + Vagrant + Docker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implementada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Flujo general desde el equipo local hasta WordPress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828800"/>
            <a:ext cx="11887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06240" y="1828800"/>
            <a:ext cx="11887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83680" y="1828800"/>
            <a:ext cx="11887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961120" y="1828800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58200" y="2880360"/>
            <a:ext cx="0" cy="86868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949440" y="4023360"/>
            <a:ext cx="-32004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3749040"/>
            <a:ext cx="0" cy="-1572768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15087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171907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PC local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15087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90672" y="171907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Vagrant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0" y="15087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68112" y="171907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Ubuntu VM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15087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BAE6F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45552" y="171907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Docker Compose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966960" y="15087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40112" y="1719072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WordPress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03720" y="374904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76872" y="393649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GitHub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23160" y="374904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DE6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96312" y="393649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theme-sync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4480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theme-sync clona GitHub y copia los temas a wp-content/themes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5778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La automatización reproduce el esquema del enunciado: Vagrant → Ubuntu → Docker → WordPress + Git.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Proyecto AMPSIS · WordPress + Vagrant + Docker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 del repositorio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Qué aporta cada archivo a la solución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10607040" cy="65836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6002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Crea la VM Ubuntu, instala Docker y ejecuta la provisión.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10607040" cy="658368"/>
          </a:xfrm>
          <a:prstGeom prst="roundRect">
            <a:avLst>
              <a:gd name="adj" fmla="val 5556"/>
            </a:avLst>
          </a:prstGeom>
          <a:solidFill>
            <a:srgbClr val="EE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24231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Define WordPress, MySQL, WP-CLI y el contenedor de sincronización.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063240"/>
            <a:ext cx="10607040" cy="65836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4612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scripts/theme-sync.sh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32461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Clona GitHub y copia los temas a WordPress.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886200"/>
            <a:ext cx="10607040" cy="658368"/>
          </a:xfrm>
          <a:prstGeom prst="roundRect">
            <a:avLst>
              <a:gd name="adj" fmla="val 5556"/>
            </a:avLst>
          </a:prstGeom>
          <a:solidFill>
            <a:srgbClr val="EE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6908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src/themes/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40690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Contiene los temas PHP disponibles en Apariencia → Temas.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709160"/>
            <a:ext cx="10607040" cy="65836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9204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/ .env.example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48920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Configura repositorio, rama, tema activo y credenciales.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Proyecto AMPSIS · WordPress + Vagrant + Docker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se actualiza la web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Demostración del flujo real de trabajo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6002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7592" y="177393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Modificar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5292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src/themes/.../front-page.php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94560" y="1920240"/>
            <a:ext cx="4114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37560" y="16002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77393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Subir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285292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git add · commit · push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1920240"/>
            <a:ext cx="4114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77840" y="1600200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88152" y="177393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Provisionar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285292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vagrant provision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1920240"/>
            <a:ext cx="4114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18120" y="16002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177393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Sincronizar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60920" y="285292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theme-sync copia los temas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15400" y="1920240"/>
            <a:ext cx="4114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58400" y="16002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68712" y="177393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46920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Ver resultado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0" y="285292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localhost:8080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874520" y="4251960"/>
            <a:ext cx="8412480" cy="1234440"/>
          </a:xfrm>
          <a:prstGeom prst="roundRect">
            <a:avLst>
              <a:gd name="adj" fmla="val 296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39112" y="4389120"/>
            <a:ext cx="808329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src/themes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"Actualiza tema"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 provision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Proyecto AMPSIS · WordPress + Vagrant + Docker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Gestión de varios temas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Para que aparezcan en WordPress → Apariencia → Temas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937760" cy="4297680"/>
          </a:xfrm>
          <a:prstGeom prst="roundRect">
            <a:avLst>
              <a:gd name="adj" fmla="val 85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54480"/>
            <a:ext cx="4608576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themes/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webfusion-home/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front-page.php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index.php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style.css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tema-corporativo/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index.php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style.css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tema-minimalista/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index.php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style.css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Regla clave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20840" y="2057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Cada carpeta dentro de src/themes se copia como un tema independiente.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306324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</a:rPr>
              <a:t>Tema activo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2084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Se define en .env con ACTIVE_THEME=nombre-carpeta.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5074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Todos se ven en Apariencia; solo uno queda activado automáticamente.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Proyecto AMPSIS · WordPress + Vagrant + Docker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realizadas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Qué se puede enseñar durante la exposición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7160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1657" y="140086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3807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vagrant up crea Ubuntu e instala Docker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1657" y="199522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97510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Docker Compose levanta WordPress y MySQL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256032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1657" y="258958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25694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theme-sync clona GitHub y copia temas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15468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657" y="318394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31638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WP-CLI instala WordPress y activa tema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374904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657" y="377830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75818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vagrant provision actualiza tras git push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1417320"/>
            <a:ext cx="4434840" cy="2057400"/>
          </a:xfrm>
          <a:prstGeom prst="roundRect">
            <a:avLst>
              <a:gd name="adj" fmla="val 17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554480"/>
            <a:ext cx="4105656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http://localhost:8080/wp-admin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93192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41605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Capturas recomendadas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Terminal finalizada · Web cargada · Apariencia con varios temas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Proyecto AMPSIS · WordPress + Vagrant + Docker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Qué aporta la solución al equipo de desarrollo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Resultado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5577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Un entorno reproducible donde cualquier desarrollador puede levantar WordPress, sincronizar los temas desde GitHub y actualizar la web con un único comando.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3749040" cy="658368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794760"/>
            <a:ext cx="34198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 provision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1417320"/>
            <a:ext cx="4389120" cy="3474720"/>
          </a:xfrm>
          <a:prstGeom prst="roundRect">
            <a:avLst>
              <a:gd name="adj" fmla="val 263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Checklist final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0" y="2240280"/>
            <a:ext cx="36576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✓ Repositorio GitHub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✓ Vagrantfile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✓ Docker Compose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✓ WordPress + MySQL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✓ Contenedor Git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✓ Actualización automática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715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Preguntas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Proyecto AMPSIS · WordPress + Vagrant + Docker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AMPSIS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AMPSIS - WordPress con Vagrant y Docker</dc:title>
  <dc:subject>Automatizacion despliegue web con contenedores</dc:subject>
  <dc:creator>Daniel Antolin</dc:creator>
  <cp:lastModifiedBy>Daniel Antolin</cp:lastModifiedBy>
  <cp:revision>1</cp:revision>
  <dcterms:created xsi:type="dcterms:W3CDTF">2026-05-17T17:10:16Z</dcterms:created>
  <dcterms:modified xsi:type="dcterms:W3CDTF">2026-05-17T17:10:16Z</dcterms:modified>
</cp:coreProperties>
</file>